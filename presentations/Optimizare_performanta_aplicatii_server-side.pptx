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Note pentru prezentator:</a:t>
            </a:r>
          </a:p>
          <a:p>
            <a:r>
              <a:t>- Bine ați venit la prezentarea despre optimizarea performanței aplicațiilor server-side</a:t>
            </a:r>
          </a:p>
          <a:p>
            <a:r>
              <a:t>- Această prezentare acoperă tehnici esențiale pentru îmbunătățirea performanței aplicațiilor backend</a:t>
            </a:r>
          </a:p>
          <a:p>
            <a:r>
              <a:t>- Durata estimată: 45-60 minute</a:t>
            </a:r>
          </a:p>
          <a:p>
            <a:r>
              <a:t>- Prezentarea include exemple practice și un studiu de caz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Accentuați importanța măsurării înainte de optimizare</a:t>
            </a:r>
          </a:p>
          <a:p>
            <a:r>
              <a:t>- Explicați că vom acoperi atât aspecte teoretice cât și practice</a:t>
            </a:r>
          </a:p>
          <a:p>
            <a:r>
              <a:t>- Menționați că fiecare tehnică va fi ilustrată cu exemple concrete</a:t>
            </a:r>
          </a:p>
          <a:p>
            <a:r>
              <a:t>- Subliniați că optimizarea trebuie să fie bazată pe date, nu pe presupuneri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Prezentați succint agenda pentru a da o imagine de ansamblu</a:t>
            </a:r>
          </a:p>
          <a:p>
            <a:r>
              <a:t>- Menționați că fiecare subiect va fi detaliat în secțiuni separate</a:t>
            </a:r>
          </a:p>
          <a:p>
            <a:r>
              <a:t>- Estimați timpul pentru fiecare secțiune majore</a:t>
            </a:r>
          </a:p>
          <a:p>
            <a:r>
              <a:t>- Lăsați timp pentru întrebări la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Începeți cu principiul: "Nu poți optimiza ceea ce nu măsori"</a:t>
            </a:r>
          </a:p>
          <a:p>
            <a:r>
              <a:t>- Explicați diferența dintre latență (timp de răspuns) și throughput (volumul de cereri)</a:t>
            </a:r>
          </a:p>
          <a:p>
            <a:r>
              <a:t>- Demonstrați cum să identificați bottleneck-ul principal</a:t>
            </a:r>
          </a:p>
          <a:p>
            <a:r>
              <a:t>- Menționați importanța măsurării în medii de producție realiste</a:t>
            </a:r>
          </a:p>
          <a:p>
            <a:r>
              <a:t>- Discutați despre percentile (p50, p95, p99) vs medie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Explicați cum funcționează cache-ul HTTP la nivel de protocol</a:t>
            </a:r>
          </a:p>
          <a:p>
            <a:r>
              <a:t>- Demonstrați un exemplu de header Cache-Control</a:t>
            </a:r>
          </a:p>
          <a:p>
            <a:r>
              <a:t>- Discutați despre trade-off între freshness și performance</a:t>
            </a:r>
          </a:p>
          <a:p>
            <a:r>
              <a:t>- Menționați importanța versiunii pentru assets statice</a:t>
            </a:r>
          </a:p>
          <a:p>
            <a:r>
              <a:t>- Exemplu: Cache-Control: public, max-age=3600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Explicați diferența între cache-ul HTTP și cache-ul aplicației</a:t>
            </a:r>
          </a:p>
          <a:p>
            <a:r>
              <a:t>- Descrieți pattern-ul Cache-aside (lazy loading)</a:t>
            </a:r>
          </a:p>
          <a:p>
            <a:r>
              <a:t>- Discutați când să folosiți Write-through vs Write-behind</a:t>
            </a:r>
          </a:p>
          <a:p>
            <a:r>
              <a:t>- Menționați problemele de consistență în sisteme distribuite</a:t>
            </a:r>
          </a:p>
          <a:p>
            <a:r>
              <a:t>- Exemplu: caching rezultate query-uri complexe pentru 5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Explicați când este necesar un cache distribuit (multiple servere app)</a:t>
            </a:r>
          </a:p>
          <a:p>
            <a:r>
              <a:t>- Discutați despre trade-off-uri: consistență vs disponibilitate vs toleranță la partiții (CAP)</a:t>
            </a:r>
          </a:p>
          <a:p>
            <a:r>
              <a:t>- Demonstrați configurarea unui Redis Cluster simplu</a:t>
            </a:r>
          </a:p>
          <a:p>
            <a:r>
              <a:t>- Menționați importanța monitorizării cache hit rate (țintă: &gt;80%)</a:t>
            </a:r>
          </a:p>
          <a:p>
            <a:r>
              <a:t>- Avertizați despre cache stampede și cum să-l preveniți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Începeți cu importanța indexurilor corecte</a:t>
            </a:r>
          </a:p>
          <a:p>
            <a:r>
              <a:t>- Demonstrați cum să citiți un query plan</a:t>
            </a:r>
          </a:p>
          <a:p>
            <a:r>
              <a:t>- Explicați problema N+1: o query pentru listă + N queries pentru detalii</a:t>
            </a:r>
          </a:p>
          <a:p>
            <a:r>
              <a:t>- Menționați că indexurile au și costuri (write performance, spațiu)</a:t>
            </a:r>
          </a:p>
          <a:p>
            <a:r>
              <a:t>- Exemplu practic: optimizare query de la 5s la 50ms cu index corect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Explicați costul creării unei conexiuni noi (handshake, autentificare)</a:t>
            </a:r>
          </a:p>
          <a:p>
            <a:r>
              <a:t>- Formula pentru sizing connection pool: connections = ((core_count * 2) + effective_spindle_count)</a:t>
            </a:r>
          </a:p>
          <a:p>
            <a:r>
              <a:t>- Discutați despre importanța tranzacțiilor scurte (lock contention)</a:t>
            </a:r>
          </a:p>
          <a:p>
            <a:r>
              <a:t>- Menționați diferența dintre isolation levels</a:t>
            </a:r>
          </a:p>
          <a:p>
            <a:r>
              <a:t>- Exemplu: batch insert de 1000 records în loc de 1000 insert-uri separate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Explicați diferența fundamentală: streaming procesează date pe măsură ce vin</a:t>
            </a:r>
          </a:p>
          <a:p>
            <a:r>
              <a:t>- Demonstrați avantajul: export 1GB CSV cu doar 10MB RAM</a:t>
            </a:r>
          </a:p>
          <a:p>
            <a:r>
              <a:t>- Discutați când buffering este acceptabil (responses mici)</a:t>
            </a:r>
          </a:p>
          <a:p>
            <a:r>
              <a:t>- Menționați backpressure în streaming (flow control)</a:t>
            </a:r>
          </a:p>
          <a:p>
            <a:r>
              <a:t>- Exemplu cod: streaming database query results direct în HTTP response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Începeți cu problema: OFFSET 1000000 devine foarte lent</a:t>
            </a:r>
          </a:p>
          <a:p>
            <a:r>
              <a:t>- Explicați de ce: DB trebuie să scaneze și să skip toate recordurile anterioare</a:t>
            </a:r>
          </a:p>
          <a:p>
            <a:r>
              <a:t>- Cursor pagination folosește WHERE id &gt; last_seen_id ORDER BY id</a:t>
            </a:r>
          </a:p>
          <a:p>
            <a:r>
              <a:t>- Avantaj: performanță constantă indiferent de pagina accesată</a:t>
            </a:r>
          </a:p>
          <a:p>
            <a:r>
              <a:t>- Dezavantaj cursor: nu poți sări direct la pagina 100</a:t>
            </a:r>
          </a:p>
          <a:p>
            <a:r>
              <a:t>- Recomandare: cursor pentru API-uri, offset pentru UI cu număr pagini 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Lazy: încarcă relațiile doar când sunt accesate (problematic în bucle)</a:t>
            </a:r>
          </a:p>
          <a:p>
            <a:r>
              <a:t>- Eager: încarcă totul dintr-odată cu JOIN-uri</a:t>
            </a:r>
          </a:p>
          <a:p>
            <a:r>
              <a:t>- Demonstrați problema: lazy loading în loop = N+1 queries</a:t>
            </a:r>
          </a:p>
          <a:p>
            <a:r>
              <a:t>- Soluția: eager loading sau DataLoader pentru batching</a:t>
            </a:r>
          </a:p>
          <a:p>
            <a:r>
              <a:t>- Menționați că ORM-urile moderne permit control granular</a:t>
            </a:r>
          </a:p>
          <a:p>
            <a:r>
              <a:t>- Exemplu: Entity Framework Include() sau JPA fetch joins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Compresie poate reduce payload cu 70-80% (text, JSON, HTML)</a:t>
            </a:r>
          </a:p>
          <a:p>
            <a:r>
              <a:t>- Async I/O permite servirea a mii de cereri concurente</a:t>
            </a:r>
          </a:p>
          <a:p>
            <a:r>
              <a:t>- Object pooling pentru database connections, thread pools</a:t>
            </a:r>
          </a:p>
          <a:p>
            <a:r>
              <a:t>- Scaling orizontal: adaugă servere în loc să upgrade-zi unul</a:t>
            </a:r>
          </a:p>
          <a:p>
            <a:r>
              <a:t>- Rate limiting previne abuse și protejează backend-ul</a:t>
            </a:r>
          </a:p>
          <a:p>
            <a:r>
              <a:t>- CDN reduce latența pentru utilizatori globali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Descrieți scenariul: magazin online cu 100k produse</a:t>
            </a:r>
          </a:p>
          <a:p>
            <a:r>
              <a:t>- Problemă inițială: query lent, N+1 pe imagini, offset pagination</a:t>
            </a:r>
          </a:p>
          <a:p>
            <a:r>
              <a:t>- Abordare sistematică: măsurare cu APM, identificare bottlenecks</a:t>
            </a:r>
          </a:p>
          <a:p>
            <a:r>
              <a:t>- Aplicare soluții incremental cu măsurare după fiecare pas</a:t>
            </a:r>
          </a:p>
          <a:p>
            <a:r>
              <a:t>- Index a avut cel mai mare impact inițial (2x improvement)</a:t>
            </a:r>
          </a:p>
          <a:p>
            <a:r>
              <a:t>- Cache a fost "game changer" pentru date relativ statice</a:t>
            </a:r>
          </a:p>
          <a:p>
            <a:r>
              <a:t>- Demonstrați importanța abordării metodice, nu optimizări premature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Această listă servește ca ghid rapid pentru proiecte noi</a:t>
            </a:r>
          </a:p>
          <a:p>
            <a:r>
              <a:t>- Parcurgeți fiecare item și confirmați că este implementat</a:t>
            </a:r>
          </a:p>
          <a:p>
            <a:r>
              <a:t>- Prioritizați pe baza impact vs efort</a:t>
            </a:r>
          </a:p>
          <a:p>
            <a:r>
              <a:t>- Începeți întotdeauna cu măsurarea (nu ghiciți bottleneck-ul)</a:t>
            </a:r>
          </a:p>
          <a:p>
            <a:r>
              <a:t>- Aplicați optimizări incremental și măsurați impactul</a:t>
            </a:r>
          </a:p>
          <a:p>
            <a:r>
              <a:t>- Documentați deciziile și motivele pentru viitoare referințe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pentru prezentator:</a:t>
            </a:r>
          </a:p>
          <a:p>
            <a:r>
              <a:t>- Oferiți resurse suplimentare pentru cei interesați să aprofundeze</a:t>
            </a:r>
          </a:p>
          <a:p>
            <a:r>
              <a:t>- Menționați că aceste cărți sunt considerate referințe în industrie</a:t>
            </a:r>
          </a:p>
          <a:p>
            <a:r>
              <a:t>- Recomandați începerea cu măsurare și profiling tools</a:t>
            </a:r>
          </a:p>
          <a:p>
            <a:r>
              <a:t>- Deschideți sesiunea de întrebări</a:t>
            </a:r>
          </a:p>
          <a:p>
            <a:r>
              <a:t>- Fiți pregătit să discutați despre cazuri specifice din audiență</a:t>
            </a:r>
          </a:p>
          <a:p>
            <a:r>
              <a:t>- Mulțumiți pentru atenție și participare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Calibri"/>
              </a:defRPr>
            </a:pPr>
            <a:r>
              <a:t>Optimizarea performanței aplicațiilor server-side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Obiective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Înțelegerea principiilor de măsurare și profilare a performanței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Implementarea strategiilor de caching eficiente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Optimizarea interogărilor și conexiunilor la baze de 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Aplicarea tehnicilor avansate de procesare a datelor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Identificarea și rezolvarea bottleneck-urilor de performanță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Măsurare &amp; Profilare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Caching (HTTP, API, distribuit)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Optimizare baze de 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Streaming vs Buffering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Paginare: Offset vs Cursor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Lazy vs Eager Loading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Studiu de caz practic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Checklist și resurse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Măsurare &amp; Profilare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Metrici esențiale: latență, throughput, utilizare resurse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Tools de profilare: New Relic, Datadog, Application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Identificarea bottleneck-urilor: CPU, I/O, memorie, rețea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Monitoring în producție vs testare de performanță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Baseline metrics și target-uri de performanță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APM (Application Performance Monitoring) best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Caching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Headers HTTP: Cache-Control, ETag, Expires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Cache la nivel de browser și proxy (CDN)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Validare cache: Last-Modified, If-None-Match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Strategii: max-age, no-cache, must-revalidate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Cache busting pentru assets statice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Beneficii: reducere trafic, latență mai mică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Caching API &amp; Aplicație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Cache in-memory: Redis, Memcached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Strategii: Cache-aside, Write-through, Write-behind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TTL (Time To Live) și invalidare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Cache warming și cold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Memoization pentru funcții costisitoare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Considerații: consistență vs performanță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Cache Distribuit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Redis Cluster pentru scalabilitate orizontală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Sharding și replicare pentru disponibilitate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Consistență între noduri: eventual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Failover și persistență 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Pattern-uri: Pub/Sub pentru invalidare cache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Monitorizare: hit rate, evictions, latență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Optimizare Interogări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Indexare eficientă: single-column, composite, covering indexes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Analiza query plan (EXPLAIN în SQL)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Evitarea N+1 queries (eager loading, batch loading)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Denormalizare strategică pentru read-heavy workloads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Materialized views pentru agregări complexe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Query optimization: evitare SELECT *, filtrare 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Tuning Conexiuni &amp; Tranzacții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Connection pooling: dimensionare optimă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Parametri: min/max connections, connection timeout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Transaction scope minim necesar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Read-only transactions pentru query-uri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Batch operations vs tranzacții individuale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Deadlock prevention și retry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Streaming vs Buffering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Streaming: procesare incrementală, memorie constantă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Buffering: încărcare completă, memorie variabilă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Use cases pentru streaming: fișiere mari, export 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Implementare: response streams, chunked transfer encoding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Trade-offs: complexitate vs eficiență memorie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Exemple: CSV export, file upload/download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Paginare: Offset vs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Offset pagination: simplu, dar probleme la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Cursor pagination: eficient pentru dataset-uri mari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Probleme offset: degradare performanță, duplicate/missing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Cursor-based: consistent results, performanță constantă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Implementare: keyset pagination cu index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Alegerea metodei: dimensiune dataset, use 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Lazy vs Eager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Lazy loading: încărcare la cerere, risc N+1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Eager loading: încărcare anticipată, poate fi overhead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GraphQL DataLoader pattern pentru batching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ORM configuration: explicit eager loading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Trade-off: latență vs utilizare memorie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Best practice: profile și optimizează pe caz specific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Alte Optimizări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Compresie HTTP: gzip, brotli pentru responses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Async/non-blocking I/O pentru operații concurente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Object pooling pentru obiecte costisitoare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Load balancing și scaling orizontal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Rate limiting pentru protecție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CDN pentru conținut static și global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Studiu de Caz: Optimizare API E-commerce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Problemă: endpoint listare produse 3s latență, 100 req/s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Soluție 1: Index pe categorie și status → 1.5s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Soluție 2: Eager loading imagini → 800ms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Soluție 3: Redis cache (TTL 2min) → 50ms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Soluție 4: Cursor pagination → consistență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• Rezultat: 60x mai rapid, 3000 req/s capacity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Checklist Optimizare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Măsurare baseline metrics și identificare bottlenecks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Indexuri pe coloane folosite în WHERE, JOIN, ORDER BY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Cache implementat la niveluri multiple (HTTP, app, DB)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Eliminat N+1 queries prin eager loading sau batching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Connection pooling configurat corect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Paginare eficientă (cursor pentru dataset-uri mari)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Compresie HTTP activată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☐ Monitoring continuu și alerting pe metrici critice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Resurse &amp; Întrebări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📚 Resurse recomandate: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High Performance Browser Networking (Ilya Grigorik)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Designing Data-Intensive Applications (Martin Kleppmann)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Use The Index, Luke (Markus Winand) - SQL indexing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🔗 Tools utile: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New Relic, Datadog, AppDynamics (APM)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Redis, Memcached (caching)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  • PostgreSQL EXPLAIN, MySQL Query Analyzer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3864"/>
                </a:solidFill>
                <a:latin typeface="Calibri"/>
              </a:defRPr>
            </a:pPr>
            <a:r>
              <a:t>❓ Întrebări?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